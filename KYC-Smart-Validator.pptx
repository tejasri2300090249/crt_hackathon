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image" Target="../media/image-10-5.jpeg"/><Relationship Id="rId6" Type="http://schemas.openxmlformats.org/officeDocument/2006/relationships/image" Target="../media/image-10-6.jpe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75681"/>
            <a:ext cx="4511650" cy="4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🏦</a:t>
            </a:r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KYC Smart Validator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80134"/>
            <a:ext cx="40467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Enterprise Customer Onboarding System 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81419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Technologies: Spring Boot | MySQL | HTML | CSS | JavaScript | Bootstrap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KYC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is largely manual, slow, and error-prone.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 Records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entries for the same customer increase risk and reconciliation work.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501527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033067"/>
            <a:ext cx="18684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Invalid PAN / Aadhaar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33957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Incorrect or forged identifiers compromise compliance.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Slow Onboarding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1477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lead times reduce conversion and degrade customer experience.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08263"/>
            <a:ext cx="202636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Poor Data Management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1477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Unstructured storage hinders reporting, auditability, and analytics.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770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2421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KYC Smart Validator — an automated onboarding platform that validates identity documents, prevents duplicates, and centralizes customer data for secure, audit-ready operations.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637309"/>
            <a:ext cx="571798" cy="7147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5096" y="2637309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Registration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45096" y="3165277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form capture with client-side validation and image support.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637309"/>
            <a:ext cx="571798" cy="7147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21410" y="2637309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 &amp; Aadhaar Validation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021410" y="3165277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format checks and Aadhaar verification using Verhoeff checksum logic.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637309"/>
            <a:ext cx="571798" cy="7147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97725" y="2637309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Storage &amp; History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797725" y="3165277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MySQL records with versioned customer history and audit logs.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266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17724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6816" y="1366391"/>
            <a:ext cx="19104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 Onboarding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6816" y="172960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manual effort and accelerate approval times.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46675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6816" y="251541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 PAN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56816" y="2878634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and checksum validation to ensure authenticity.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61577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6816" y="36644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 Aadhaar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56816" y="4027661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Verhoeff checksum implementation to detect invalid numbers.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49701" y="1317724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0398" y="136639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Prevent Duplicates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10398" y="172960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Cross-field matching and unique-identifier checks at entry.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9701" y="246675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0398" y="251541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Storage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10398" y="2878634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persistence, role-based access, and audit trails.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49701" y="361577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0398" y="36644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 Efficiency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10398" y="4027661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insights and history to reduce follow-ups and errors.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542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 Used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971848"/>
            <a:ext cx="8151763" cy="1498178"/>
          </a:xfrm>
          <a:prstGeom prst="roundRect">
            <a:avLst>
              <a:gd name="adj" fmla="val 329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976610"/>
            <a:ext cx="8142238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0955" y="976610"/>
            <a:ext cx="2849761" cy="297731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6" name="Text 4"/>
          <p:cNvSpPr/>
          <p:nvPr/>
        </p:nvSpPr>
        <p:spPr>
          <a:xfrm>
            <a:off x="618306" y="1039639"/>
            <a:ext cx="306987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50716" y="976610"/>
            <a:ext cx="5292403" cy="297731"/>
          </a:xfrm>
          <a:prstGeom prst="rect">
            <a:avLst/>
          </a:prstGeom>
          <a:solidFill>
            <a:srgbClr val="0A66C2"/>
          </a:solidFill>
          <a:ln/>
        </p:spPr>
      </p:sp>
      <p:sp>
        <p:nvSpPr>
          <p:cNvPr id="8" name="Text 6"/>
          <p:cNvSpPr/>
          <p:nvPr/>
        </p:nvSpPr>
        <p:spPr>
          <a:xfrm>
            <a:off x="3470449" y="1039639"/>
            <a:ext cx="55125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 &amp; Tools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0881" y="1274341"/>
            <a:ext cx="8142238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8306" y="1337370"/>
            <a:ext cx="306987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0449" y="1337370"/>
            <a:ext cx="55125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 · CSS3 · JavaScript · Bootstrap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0881" y="1572071"/>
            <a:ext cx="8142238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18306" y="1635100"/>
            <a:ext cx="306987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0449" y="1635100"/>
            <a:ext cx="55125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· Java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0881" y="1869802"/>
            <a:ext cx="8142238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8306" y="1932831"/>
            <a:ext cx="306987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0449" y="1932831"/>
            <a:ext cx="55125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(encrypted at rest)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0881" y="2167533"/>
            <a:ext cx="8142238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8306" y="2230562"/>
            <a:ext cx="306987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0449" y="2230562"/>
            <a:ext cx="55125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 · Postman · Visual Studio Code</a:t>
            </a:r>
            <a:endParaRPr lang="en-US" sz="9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81" y="2655689"/>
            <a:ext cx="1965127" cy="1965127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18" y="2655689"/>
            <a:ext cx="1965127" cy="1965127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955" y="2655689"/>
            <a:ext cx="1965127" cy="1965127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992" y="2655689"/>
            <a:ext cx="1965127" cy="1965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948"/>
            <a:ext cx="284745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19596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322106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 &amp; Frontend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611627"/>
            <a:ext cx="1987578" cy="301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REST APIs and HTML/CSS/JS frontend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1" y="2548314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Logic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837835"/>
            <a:ext cx="1827290" cy="301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Registration, PAN and Aadhaar validation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3181453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470975"/>
            <a:ext cx="1987578" cy="301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database for persistence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622155"/>
            <a:ext cx="86089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layered design separates presentation, API, business rules, and persistence for scalability and testability. APIs are RESTful and secured with role-based access control.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88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Workflow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261393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88901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 Aadhaar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 PAN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3889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Register Customer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Login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817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workflow enforces validation at every step and writes immutable entries to the customer history for auditability.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6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Features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31168"/>
            <a:ext cx="552450" cy="552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1131168"/>
            <a:ext cx="1175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Login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5748" y="1437680"/>
            <a:ext cx="117537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sign-in for administrators with session controls.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131168"/>
            <a:ext cx="552450" cy="552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1131168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Dashboard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7928" y="1659136"/>
            <a:ext cx="117544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stats: registrations, validation pass/fail, duplicates.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131168"/>
            <a:ext cx="552450" cy="552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1131168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Registration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0183" y="1659136"/>
            <a:ext cx="117544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entry forms, image attachments, and client-side checks.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131168"/>
            <a:ext cx="552450" cy="552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2437" y="1131168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 Validation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72437" y="1659136"/>
            <a:ext cx="117544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verification and backend checks to flag invalid entries.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076724"/>
            <a:ext cx="552450" cy="552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25748" y="3076724"/>
            <a:ext cx="117537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Aadhaar Validation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225748" y="3604692"/>
            <a:ext cx="117537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Verhoeff checksum to detect mistyped or malformed numbers.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298" y="3076724"/>
            <a:ext cx="552450" cy="5524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307928" y="3076724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History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3307928" y="3604692"/>
            <a:ext cx="117544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change history and searchability for audits and troubleshooting.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5667"/>
            <a:ext cx="42380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90724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390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OCR PAN &amp; Aadhaar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1753939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Auto-extract fields from uploaded images to eliminate manual entry.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9108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7658" y="24910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Face Verification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027658" y="2854300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Liveness detection and selfie-to-ID matching to reduce impersonation.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591446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7658" y="3591446"/>
            <a:ext cx="19118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DigiLocker Integration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27658" y="3954661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document retrieval and consent-driven verification.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9701" y="1390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81240" y="13907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Fraud Detection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81240" y="1753939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and pattern analysis to flag suspicious applications.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9701" y="2491085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81240" y="24910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OTP (Email &amp; SMS)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5281240" y="2854300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Multi-channel verification for stronger identity assurance.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9701" y="3591446"/>
            <a:ext cx="354360" cy="35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81240" y="359144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Deployment &amp; Analytics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281240" y="3954661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hosting, backup, and advanced analytics dashboards.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914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02643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KYC Smart Validator is a full‑stack enterprise solution that automates onboarding, validates PAN and Aadhaar (including Verhoeff checksum), prevents duplicates, and stores secure, auditable customer histories. Built with Spring Boot, MySQL, and a Bootstrap frontend for rapid deployment and maintainability.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96119" y="1316534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447056"/>
            <a:ext cx="8151763" cy="387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8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Answers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81" y="1993702"/>
            <a:ext cx="2657401" cy="127590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337" y="1993702"/>
            <a:ext cx="2657401" cy="127590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93" y="1993702"/>
            <a:ext cx="2657401" cy="1275904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1" y="3354660"/>
            <a:ext cx="2657401" cy="1275904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337" y="3354660"/>
            <a:ext cx="2657401" cy="1275904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793" y="3354660"/>
            <a:ext cx="2657401" cy="1275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2026-07-04T04:43:55Z</dcterms:created>
  <dcterms:modified xsi:type="dcterms:W3CDTF">2026-07-04T04:43:55Z</dcterms:modified>
</cp:coreProperties>
</file>